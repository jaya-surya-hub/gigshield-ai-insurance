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714eca77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714eca77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714eca7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714eca7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14eca77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14eca77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714eca7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714eca7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14eca77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714eca77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714eca77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714eca77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714eca77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714eca77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14eca77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14eca77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14eca77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714eca77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5087" y="0"/>
            <a:ext cx="100941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299650" y="1727900"/>
            <a:ext cx="48300" cy="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471875" y="1591275"/>
            <a:ext cx="2443200" cy="3054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577325" y="1576250"/>
            <a:ext cx="2232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</a:rPr>
              <a:t>Phase 3 - Pitch Deck</a:t>
            </a:r>
            <a:endParaRPr b="1"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4174" y="0"/>
            <a:ext cx="9832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0725" y="-40175"/>
            <a:ext cx="101045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02712" y="0"/>
            <a:ext cx="99494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8775" y="0"/>
            <a:ext cx="99350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750" y="0"/>
            <a:ext cx="98734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3425" y="0"/>
            <a:ext cx="1008264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4462" y="0"/>
            <a:ext cx="100729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73225" y="0"/>
            <a:ext cx="1021293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5575" y="0"/>
            <a:ext cx="1005138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